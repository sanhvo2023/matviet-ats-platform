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0" r:id="rId3"/>
    <p:sldId id="261" r:id="rId4"/>
    <p:sldId id="262" r:id="rId5"/>
    <p:sldId id="263" r:id="rId6"/>
    <p:sldId id="265" r:id="rId7"/>
    <p:sldId id="269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48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7578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669280"/>
            <a:ext cx="12191695" cy="4572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F3478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91295" y="3657600"/>
            <a:ext cx="5486400" cy="5486400"/>
          </a:xfrm>
          <a:prstGeom prst="ellipse">
            <a:avLst/>
          </a:prstGeom>
          <a:solidFill>
            <a:srgbClr val="1F347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E:\NEW APP\HR imrovement\Mắt Việt HR\app\public\brand\MV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24248" y="1097280"/>
            <a:ext cx="2743200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29184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MẮT VIỆT HR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E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quản lý tuyển dụng thông minh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181448" y="4572000"/>
            <a:ext cx="1828800" cy="54864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Ban Giám đốc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0" y="52120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E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tiến độ — Tháng 4/2026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bày: Sanh Võ  •  Phòng Dự án Sản phẩm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Bốn nhóm — mỗi nhóm có giao diện riêng phù hợp với cách họ làm việc</a:t>
            </a:r>
            <a:endParaRPr lang="en-US" sz="2800" dirty="0"/>
          </a:p>
        </p:txBody>
      </p:sp>
      <p:pic>
        <p:nvPicPr>
          <p:cNvPr id="7" name="Image 0" descr="E:\NEW APP\HR imrovement\Mắt Việt HR\app\public\brand\MV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002975" y="201168"/>
            <a:ext cx="777240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17320"/>
            <a:ext cx="2628900" cy="640080"/>
          </a:xfrm>
          <a:prstGeom prst="rect">
            <a:avLst/>
          </a:prstGeom>
          <a:solidFill>
            <a:srgbClr val="132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463040"/>
            <a:ext cx="23545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Staff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1755648"/>
            <a:ext cx="23545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Chị Bùi Thị Hương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057400"/>
            <a:ext cx="26289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31520" y="2194560"/>
            <a:ext cx="22631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chính. 3 năm kinh nghiệm. Ưu tiên: dễ nhập liệu, ít click, tiếng Việt rõ ràng.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" y="3657600"/>
            <a:ext cx="22631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việc chính: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31520" y="3977640"/>
            <a:ext cx="22631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Đăng tin tuyển dụng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31520" y="4325112"/>
            <a:ext cx="22631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Sàng lọc CV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1520" y="4672584"/>
            <a:ext cx="22631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Hẹn lịch phỏng vấn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31520" y="5020056"/>
            <a:ext cx="22631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Gửi offer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360420" y="1417320"/>
            <a:ext cx="2628900" cy="6400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497580" y="1463040"/>
            <a:ext cx="23545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Manager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497580" y="1755648"/>
            <a:ext cx="23545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Trưởng phòng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360420" y="2057400"/>
            <a:ext cx="26289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543300" y="2194560"/>
            <a:ext cx="22631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Bận rộn, dùng điện thoại trên cửa hàng. Chỉ vào app khi có việc cần xử lý.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543300" y="3657600"/>
            <a:ext cx="22631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việc chính: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543300" y="3977640"/>
            <a:ext cx="22631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Xem CV được giao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543300" y="4325112"/>
            <a:ext cx="22631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Chấm phỏng vấn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543300" y="4672584"/>
            <a:ext cx="22631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Đề xuất offer/từ chối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172200" y="1417320"/>
            <a:ext cx="2628900" cy="6400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309360" y="1463040"/>
            <a:ext cx="23545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309360" y="1755648"/>
            <a:ext cx="23545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Giám đốc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172200" y="2057400"/>
            <a:ext cx="26289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355080" y="2194560"/>
            <a:ext cx="22631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Phê duyệt vị trí cấp Quản lý. Thỉnh thoảng vào hệ thống — UI phải đơn giản tối đa.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355080" y="3657600"/>
            <a:ext cx="22631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việc chính: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355080" y="3977640"/>
            <a:ext cx="22631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Xem hồ sơ tóm tắt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355080" y="4325112"/>
            <a:ext cx="22631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Phê duyệt / từ chối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355080" y="4672584"/>
            <a:ext cx="22631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Xem báo cáo tổng quan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8983980" y="1417320"/>
            <a:ext cx="2628900" cy="64008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9121140" y="1463040"/>
            <a:ext cx="23545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Tập đoàn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9121140" y="1755648"/>
            <a:ext cx="23545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Cấp Tập đoàn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8983980" y="2057400"/>
            <a:ext cx="26289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9166860" y="2194560"/>
            <a:ext cx="22631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Phê duyệt cuối cùng cho vị trí cấp Quản lý cao. Cùng UI với BOD, ít quyền hơn.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9166860" y="3657600"/>
            <a:ext cx="22631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việc chính: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9166860" y="3977640"/>
            <a:ext cx="22631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Phê duyệt cuối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9166860" y="4325112"/>
            <a:ext cx="22631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Xem audit log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E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Mắt Việt HR  •  Báo cáo tiến độ  •  Tháng 4/2026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1094415" y="65562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 SẢN PHẨM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nhóm tính năng — chia theo trình tự phụ thuộc</a:t>
            </a:r>
            <a:endParaRPr lang="en-US" sz="2800" dirty="0"/>
          </a:p>
        </p:txBody>
      </p:sp>
      <p:pic>
        <p:nvPicPr>
          <p:cNvPr id="7" name="Image 0" descr="E:\NEW APP\HR imrovement\Mắt Việt HR\app\public\brand\MV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002975" y="201168"/>
            <a:ext cx="777240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371600"/>
            <a:ext cx="26289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1371600"/>
            <a:ext cx="91440" cy="13258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15361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31520" y="1965960"/>
            <a:ext cx="22631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851660" y="1536192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851660" y="153619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THIỆN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360420" y="1371600"/>
            <a:ext cx="26289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360420" y="1371600"/>
            <a:ext cx="91440" cy="13258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543300" y="15361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3543300" y="1965960"/>
            <a:ext cx="22631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vị trí tuyển dụng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663440" y="1536192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663440" y="153619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THIỆN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172200" y="1371600"/>
            <a:ext cx="26289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172200" y="1371600"/>
            <a:ext cx="91440" cy="13258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355080" y="15361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355080" y="1965960"/>
            <a:ext cx="22631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viên + Tải CV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475220" y="1536192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475220" y="153619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THIỆN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8983980" y="1371600"/>
            <a:ext cx="26289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8983980" y="1371600"/>
            <a:ext cx="91440" cy="13258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9166860" y="15361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9166860" y="1965960"/>
            <a:ext cx="22631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điểm AI (Gemini)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10287000" y="1536192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10287000" y="153619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THIỆN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2834640"/>
            <a:ext cx="26289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548640" y="2834640"/>
            <a:ext cx="91440" cy="13258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31520" y="29992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31520" y="3429000"/>
            <a:ext cx="22631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(Kanban)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1851660" y="2999232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1851660" y="299923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THIỆN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3360420" y="2834640"/>
            <a:ext cx="26289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3360420" y="2834640"/>
            <a:ext cx="91440" cy="13258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3543300" y="29992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</a:t>
            </a:r>
            <a:endParaRPr lang="en-US" sz="2200" dirty="0"/>
          </a:p>
        </p:txBody>
      </p:sp>
      <p:sp>
        <p:nvSpPr>
          <p:cNvPr id="41" name="Text 38"/>
          <p:cNvSpPr/>
          <p:nvPr/>
        </p:nvSpPr>
        <p:spPr>
          <a:xfrm>
            <a:off x="3543300" y="3429000"/>
            <a:ext cx="22631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tự động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4663440" y="2999232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4663440" y="299923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CHỜ IT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172200" y="2834640"/>
            <a:ext cx="26289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6172200" y="2834640"/>
            <a:ext cx="91440" cy="13258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6355080" y="29992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G7</a:t>
            </a:r>
            <a:endParaRPr lang="en-US" sz="2200" dirty="0"/>
          </a:p>
        </p:txBody>
      </p:sp>
      <p:sp>
        <p:nvSpPr>
          <p:cNvPr id="47" name="Text 44"/>
          <p:cNvSpPr/>
          <p:nvPr/>
        </p:nvSpPr>
        <p:spPr>
          <a:xfrm>
            <a:off x="6355080" y="3429000"/>
            <a:ext cx="22631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&amp; Phỏng vấn (Outlook)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7475220" y="2999232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7475220" y="299923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CHỜ IT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8983980" y="2834640"/>
            <a:ext cx="26289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8983980" y="2834640"/>
            <a:ext cx="91440" cy="13258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9166860" y="29992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G8</a:t>
            </a:r>
            <a:endParaRPr lang="en-US" sz="2200" dirty="0"/>
          </a:p>
        </p:txBody>
      </p:sp>
      <p:sp>
        <p:nvSpPr>
          <p:cNvPr id="53" name="Text 50"/>
          <p:cNvSpPr/>
          <p:nvPr/>
        </p:nvSpPr>
        <p:spPr>
          <a:xfrm>
            <a:off x="9166860" y="3429000"/>
            <a:ext cx="22631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phỏng vấn + Phê duyệt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10287000" y="2999232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10287000" y="299923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THIỆN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548640" y="4297680"/>
            <a:ext cx="26289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548640" y="4297680"/>
            <a:ext cx="91440" cy="1325880"/>
          </a:xfrm>
          <a:prstGeom prst="rect">
            <a:avLst/>
          </a:prstGeom>
          <a:solidFill>
            <a:srgbClr val="132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731520" y="446227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G9</a:t>
            </a:r>
            <a:endParaRPr lang="en-US" sz="2200" dirty="0"/>
          </a:p>
        </p:txBody>
      </p:sp>
      <p:sp>
        <p:nvSpPr>
          <p:cNvPr id="59" name="Text 56"/>
          <p:cNvSpPr/>
          <p:nvPr/>
        </p:nvSpPr>
        <p:spPr>
          <a:xfrm>
            <a:off x="731520" y="4892040"/>
            <a:ext cx="22631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test + Nhập CSV TopCV</a:t>
            </a:r>
            <a:endParaRPr lang="en-US" sz="1200" dirty="0"/>
          </a:p>
        </p:txBody>
      </p:sp>
      <p:sp>
        <p:nvSpPr>
          <p:cNvPr id="60" name="Shape 57"/>
          <p:cNvSpPr/>
          <p:nvPr/>
        </p:nvSpPr>
        <p:spPr>
          <a:xfrm>
            <a:off x="1851660" y="4462272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132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1851660" y="446227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THEO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3360420" y="4297680"/>
            <a:ext cx="26289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0"/>
          <p:cNvSpPr/>
          <p:nvPr/>
        </p:nvSpPr>
        <p:spPr>
          <a:xfrm>
            <a:off x="3360420" y="4297680"/>
            <a:ext cx="91440" cy="1325880"/>
          </a:xfrm>
          <a:prstGeom prst="rect">
            <a:avLst/>
          </a:prstGeom>
          <a:solidFill>
            <a:srgbClr val="132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3543300" y="446227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G10</a:t>
            </a:r>
            <a:endParaRPr lang="en-US" sz="2200" dirty="0"/>
          </a:p>
        </p:txBody>
      </p:sp>
      <p:sp>
        <p:nvSpPr>
          <p:cNvPr id="65" name="Text 62"/>
          <p:cNvSpPr/>
          <p:nvPr/>
        </p:nvSpPr>
        <p:spPr>
          <a:xfrm>
            <a:off x="3543300" y="4892040"/>
            <a:ext cx="22631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&amp; Phân tích</a:t>
            </a:r>
            <a:endParaRPr lang="en-US" sz="1200" dirty="0"/>
          </a:p>
        </p:txBody>
      </p:sp>
      <p:sp>
        <p:nvSpPr>
          <p:cNvPr id="66" name="Shape 63"/>
          <p:cNvSpPr/>
          <p:nvPr/>
        </p:nvSpPr>
        <p:spPr>
          <a:xfrm>
            <a:off x="4663440" y="4462272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132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4"/>
          <p:cNvSpPr/>
          <p:nvPr/>
        </p:nvSpPr>
        <p:spPr>
          <a:xfrm>
            <a:off x="4663440" y="446227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THEO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6172200" y="4297680"/>
            <a:ext cx="26289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6"/>
          <p:cNvSpPr/>
          <p:nvPr/>
        </p:nvSpPr>
        <p:spPr>
          <a:xfrm>
            <a:off x="6172200" y="4297680"/>
            <a:ext cx="91440" cy="1325880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6355080" y="446227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G11</a:t>
            </a:r>
            <a:endParaRPr lang="en-US" sz="2200" dirty="0"/>
          </a:p>
        </p:txBody>
      </p:sp>
      <p:sp>
        <p:nvSpPr>
          <p:cNvPr id="71" name="Text 68"/>
          <p:cNvSpPr/>
          <p:nvPr/>
        </p:nvSpPr>
        <p:spPr>
          <a:xfrm>
            <a:off x="6355080" y="4892040"/>
            <a:ext cx="22631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Tinh chỉnh + Khởi chạy</a:t>
            </a:r>
            <a:endParaRPr lang="en-US" sz="1200" dirty="0"/>
          </a:p>
        </p:txBody>
      </p:sp>
      <p:sp>
        <p:nvSpPr>
          <p:cNvPr id="72" name="Shape 69"/>
          <p:cNvSpPr/>
          <p:nvPr/>
        </p:nvSpPr>
        <p:spPr>
          <a:xfrm>
            <a:off x="7475220" y="4462272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9CA3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0"/>
          <p:cNvSpPr/>
          <p:nvPr/>
        </p:nvSpPr>
        <p:spPr>
          <a:xfrm>
            <a:off x="7475220" y="446227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TƯƠNG LAI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Hoàn thiện ở backend     ●  Chờ IT phối hợp     ●  Tiếp theo trong 2–3 tuần     ●  Sau giai đoạn demo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3"/>
          <p:cNvSpPr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E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Mắt Việt HR  •  Báo cáo tiến độ  •  Tháng 4/2026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11094415" y="65562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 ĐỘ HIỆN TẠI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ở giai đoạn cài đặt database + nghiệp vụ — vượt tiến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tuần</a:t>
            </a:r>
            <a:endParaRPr lang="en-US" sz="2800" dirty="0"/>
          </a:p>
        </p:txBody>
      </p:sp>
      <p:pic>
        <p:nvPicPr>
          <p:cNvPr id="7" name="Image 0" descr="E:\NEW APP\HR imrovement\Mắt Việt HR\app\public\brand\MV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338560" y="192116"/>
            <a:ext cx="731257" cy="4640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2788920"/>
            <a:ext cx="10698480" cy="10972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31520" y="2788920"/>
            <a:ext cx="4539343" cy="10972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294529" y="2651760"/>
            <a:ext cx="411480" cy="411480"/>
          </a:xfrm>
          <a:prstGeom prst="ellipse">
            <a:avLst/>
          </a:prstGeom>
          <a:solidFill>
            <a:srgbClr val="10B98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294529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3200400"/>
            <a:ext cx="134547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822883" y="2651760"/>
            <a:ext cx="411480" cy="411480"/>
          </a:xfrm>
          <a:prstGeom prst="ellipse">
            <a:avLst/>
          </a:prstGeom>
          <a:solidFill>
            <a:srgbClr val="10B98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822883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351314" y="3200400"/>
            <a:ext cx="134547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351238" y="2651760"/>
            <a:ext cx="411480" cy="411480"/>
          </a:xfrm>
          <a:prstGeom prst="ellipse">
            <a:avLst/>
          </a:prstGeom>
          <a:solidFill>
            <a:srgbClr val="10B98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351238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879669" y="3200400"/>
            <a:ext cx="134547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(logic)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879592" y="2651760"/>
            <a:ext cx="411480" cy="411480"/>
          </a:xfrm>
          <a:prstGeom prst="ellipse">
            <a:avLst/>
          </a:prstGeom>
          <a:solidFill>
            <a:srgbClr val="3B82F6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408023" y="3200400"/>
            <a:ext cx="134547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tinh chỉnh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407946" y="2651760"/>
            <a:ext cx="411480" cy="411480"/>
          </a:xfrm>
          <a:prstGeom prst="ellipse">
            <a:avLst/>
          </a:prstGeom>
          <a:solidFill>
            <a:srgbClr val="3B82F6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936377" y="3200400"/>
            <a:ext cx="134547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IT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936301" y="2651760"/>
            <a:ext cx="411480" cy="411480"/>
          </a:xfrm>
          <a:prstGeom prst="ellipse">
            <a:avLst/>
          </a:prstGeom>
          <a:solidFill>
            <a:srgbClr val="3B82F6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464731" y="3200400"/>
            <a:ext cx="134547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BOD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0464655" y="2651760"/>
            <a:ext cx="411480" cy="411480"/>
          </a:xfrm>
          <a:prstGeom prst="ellipse">
            <a:avLst/>
          </a:prstGeom>
          <a:solidFill>
            <a:srgbClr val="9CA3AF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9993086" y="3200400"/>
            <a:ext cx="134547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chạy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003766" y="2103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ở đây ▼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48640" y="4206240"/>
            <a:ext cx="26289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48640" y="4206240"/>
            <a:ext cx="91440" cy="17830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31520" y="4343400"/>
            <a:ext cx="22631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3000" dirty="0"/>
          </a:p>
        </p:txBody>
      </p:sp>
      <p:sp>
        <p:nvSpPr>
          <p:cNvPr id="31" name="Text 28"/>
          <p:cNvSpPr/>
          <p:nvPr/>
        </p:nvSpPr>
        <p:spPr>
          <a:xfrm>
            <a:off x="731520" y="5120640"/>
            <a:ext cx="22631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tính năng đã hoàn thiện ở backend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360420" y="4206240"/>
            <a:ext cx="26289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3360420" y="4206240"/>
            <a:ext cx="91440" cy="1783080"/>
          </a:xfrm>
          <a:prstGeom prst="rect">
            <a:avLst/>
          </a:prstGeom>
          <a:solidFill>
            <a:srgbClr val="132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3543300" y="4343400"/>
            <a:ext cx="22631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tuần</a:t>
            </a:r>
            <a:endParaRPr lang="en-US" sz="3000" dirty="0"/>
          </a:p>
        </p:txBody>
      </p:sp>
      <p:sp>
        <p:nvSpPr>
          <p:cNvPr id="35" name="Text 32"/>
          <p:cNvSpPr/>
          <p:nvPr/>
        </p:nvSpPr>
        <p:spPr>
          <a:xfrm>
            <a:off x="3543300" y="5120640"/>
            <a:ext cx="22631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Vượt tiến độ so với kế hoạch ban đầu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172200" y="4206240"/>
            <a:ext cx="26289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6172200" y="4206240"/>
            <a:ext cx="91440" cy="1783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355080" y="4343400"/>
            <a:ext cx="22631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nhóm</a:t>
            </a:r>
            <a:endParaRPr lang="en-US" sz="3000" dirty="0"/>
          </a:p>
        </p:txBody>
      </p:sp>
      <p:sp>
        <p:nvSpPr>
          <p:cNvPr id="39" name="Text 36"/>
          <p:cNvSpPr/>
          <p:nvPr/>
        </p:nvSpPr>
        <p:spPr>
          <a:xfrm>
            <a:off x="6355080" y="5120640"/>
            <a:ext cx="22631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chờ IT (G6 Email + G7 Lịch)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8983980" y="4206240"/>
            <a:ext cx="26289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Shape 38"/>
          <p:cNvSpPr/>
          <p:nvPr/>
        </p:nvSpPr>
        <p:spPr>
          <a:xfrm>
            <a:off x="8983980" y="4206240"/>
            <a:ext cx="91440" cy="17830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9166860" y="4343400"/>
            <a:ext cx="22631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tuần</a:t>
            </a:r>
            <a:endParaRPr lang="en-US" sz="3000" dirty="0"/>
          </a:p>
        </p:txBody>
      </p:sp>
      <p:sp>
        <p:nvSpPr>
          <p:cNvPr id="43" name="Text 40"/>
          <p:cNvSpPr/>
          <p:nvPr/>
        </p:nvSpPr>
        <p:spPr>
          <a:xfrm>
            <a:off x="9166860" y="5120640"/>
            <a:ext cx="22631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Đến mốc demo </a:t>
            </a:r>
            <a:r>
              <a:rPr lang="en-US" sz="11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cam kết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E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Mắt Việt HR  •  Báo cáo tiến độ  •  Tháng 4/2026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1094415" y="65562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HOÀN THIỆN Ở BACKEND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trên 11 nhóm — toàn bộ nghiệp vụ lõi đã chạy được</a:t>
            </a:r>
            <a:endParaRPr lang="en-US" sz="2800" dirty="0"/>
          </a:p>
        </p:txBody>
      </p:sp>
      <p:pic>
        <p:nvPicPr>
          <p:cNvPr id="7" name="Image 0" descr="E:\NEW APP\HR imrovement\Mắt Việt HR\app\public\brand\MV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002975" y="201168"/>
            <a:ext cx="777240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17320"/>
            <a:ext cx="35661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1417320"/>
            <a:ext cx="91440" cy="2331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15544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2588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&amp; Phân quyền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51560" y="21945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+ RLS theo vai trò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51560" y="28346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vai trò: HR / Trưởng phòng / BOD / Tập đoàn / Admin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97680" y="1417320"/>
            <a:ext cx="35661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297680" y="1417320"/>
            <a:ext cx="91440" cy="2331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480560" y="15544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7492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vị trí tuyển dụng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2628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00600" y="21945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Tạo/sửa JD, mức lương, trọng số chấm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2628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800600" y="28346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nhóm vị trí với mẫu sẵn (sales / khúc xạ / quản lý...)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046720" y="1417320"/>
            <a:ext cx="35661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046720" y="1417320"/>
            <a:ext cx="91440" cy="2331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229600" y="15544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82396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ứng viên + Tải CV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27532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549640" y="21945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CV PDF an toàn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27532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549640" y="28346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ngày tháng + thông tin liên hệ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48640" y="3931920"/>
            <a:ext cx="35661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548640" y="3931920"/>
            <a:ext cx="91440" cy="2331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31520" y="4069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1325880" y="4069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điểm AI (Gemini)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777240" y="4709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1051560" y="47091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tiêu chí riêng cho từng nhóm vị trí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77240" y="5349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1051560" y="53492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được trích xuất từ CV — minh bạch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297680" y="3931920"/>
            <a:ext cx="35661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4297680" y="3931920"/>
            <a:ext cx="91440" cy="2331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480560" y="4069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5074920" y="4069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Kanban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4526280" y="4709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4800600" y="47091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vòng từ “Mới” → “Nhận việc”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4526280" y="5349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4800600" y="53492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Kéo thả giữa các vòng để chuyển trạng thái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8046720" y="3931920"/>
            <a:ext cx="35661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8046720" y="3931920"/>
            <a:ext cx="91440" cy="2331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8229600" y="4069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G8</a:t>
            </a:r>
            <a:endParaRPr lang="en-US" sz="1400" dirty="0"/>
          </a:p>
        </p:txBody>
      </p:sp>
      <p:sp>
        <p:nvSpPr>
          <p:cNvPr id="51" name="Text 48"/>
          <p:cNvSpPr/>
          <p:nvPr/>
        </p:nvSpPr>
        <p:spPr>
          <a:xfrm>
            <a:off x="8823960" y="4069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Phỏng vấn + Phê duyệt</a:t>
            </a:r>
            <a:endParaRPr lang="en-US" sz="1400" dirty="0"/>
          </a:p>
        </p:txBody>
      </p:sp>
      <p:sp>
        <p:nvSpPr>
          <p:cNvPr id="52" name="Text 49"/>
          <p:cNvSpPr/>
          <p:nvPr/>
        </p:nvSpPr>
        <p:spPr>
          <a:xfrm>
            <a:off x="8275320" y="4709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8549640" y="47091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phỏng vấn + form đánh giá 6 tiêu chí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8275320" y="5349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8549640" y="53492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bộ duyệt: Nhân viên (3 bước) / Quản lý (4 bước)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E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Mắt Việt HR  •  Báo cáo tiến độ  •  Tháng 4/2026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11094415" y="65562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92240"/>
            <a:ext cx="12191695" cy="4572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KHÁC BIỆT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điểm AI có bằng chứng — không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đại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669280" cy="4846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hệ thống chấm điểm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377440"/>
            <a:ext cx="365760" cy="365760"/>
          </a:xfrm>
          <a:prstGeom prst="ellipse">
            <a:avLst/>
          </a:prstGeom>
          <a:solidFill>
            <a:srgbClr val="132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331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Vòng 1 — Đọc &amp; cấu trúc CV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2624328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bóc tách thông tin: kinh nghiệm, học vấn, kỹ năng, năm tốt nghiệp...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3337560"/>
            <a:ext cx="365760" cy="365760"/>
          </a:xfrm>
          <a:prstGeom prst="ellipse">
            <a:avLst/>
          </a:prstGeom>
          <a:solidFill>
            <a:srgbClr val="132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291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Vòng 2 — Chấm 6 tiêu chí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3584448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cho điểm 0–100 cho mỗi tiêu chí + trích lời CV làm bằng chứng.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4297680"/>
            <a:ext cx="365760" cy="365760"/>
          </a:xfrm>
          <a:prstGeom prst="ellipse">
            <a:avLst/>
          </a:prstGeom>
          <a:solidFill>
            <a:srgbClr val="132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251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thực bằng chứng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4544568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đối chiếu lại với CV gốc — đánh dấu ✓ thật / ⚠ ngờ ngờ.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5257800"/>
            <a:ext cx="365760" cy="365760"/>
          </a:xfrm>
          <a:prstGeom prst="ellipse">
            <a:avLst/>
          </a:prstGeom>
          <a:solidFill>
            <a:srgbClr val="132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5257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5212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Cộng điểm theo trọng số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34440" y="5504688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có thể đổi trọng số bất cứ lúc nào — điểm tổng cập nhật ngay, không cần chấm lại.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92240" y="1554480"/>
            <a:ext cx="5150815" cy="4846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766560" y="1737360"/>
            <a:ext cx="4602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tiêu chí mặc định (vị trí Sales)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66560" y="2331720"/>
            <a:ext cx="3779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Phù hợp ngành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728655" y="23317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766560" y="2624328"/>
            <a:ext cx="4602175" cy="16459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766560" y="2624328"/>
            <a:ext cx="3681740" cy="164592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766560" y="2926080"/>
            <a:ext cx="3779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năng chuyên môn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728655" y="2926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766560" y="3218688"/>
            <a:ext cx="4602175" cy="16459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766560" y="3218688"/>
            <a:ext cx="4602175" cy="164592"/>
          </a:xfrm>
          <a:prstGeom prst="rect">
            <a:avLst/>
          </a:prstGeom>
          <a:solidFill>
            <a:srgbClr val="FFE0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766560" y="3520440"/>
            <a:ext cx="3779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Kinh nghiệm việc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728655" y="35204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766560" y="3813048"/>
            <a:ext cx="4602175" cy="16459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766560" y="3813048"/>
            <a:ext cx="3681740" cy="16459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766560" y="4114800"/>
            <a:ext cx="3779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năm kinh nghiệm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728655" y="4114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766560" y="4407408"/>
            <a:ext cx="4602175" cy="16459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766560" y="4407408"/>
            <a:ext cx="1840870" cy="1645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766560" y="4709160"/>
            <a:ext cx="3779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vấn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728655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766560" y="5001768"/>
            <a:ext cx="4602175" cy="16459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766560" y="5001768"/>
            <a:ext cx="2761305" cy="1645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766560" y="5303520"/>
            <a:ext cx="3779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Vị trí địa lý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728655" y="5303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32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766560" y="5596128"/>
            <a:ext cx="4602175" cy="16459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766560" y="5596128"/>
            <a:ext cx="1840870" cy="164592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766560" y="5897880"/>
            <a:ext cx="4602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F3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HR đổi trọng số: ngay lập tức danh sách ứng viên xếp lại — KHÔNG tốn thêm chi phí AI.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E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Mắt Việt HR  •  Báo cáo tiến độ  •  Tháng 4/2026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094415" y="65562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91695" cy="36576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E:\NEW APP\HR imrovement\Mắt Việt HR\app\public\brand\MV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98568" y="822960"/>
            <a:ext cx="219456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74320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BAN GIÁM ĐỐC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5181448" y="3429000"/>
            <a:ext cx="1828800" cy="54864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E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&amp; Thảo luận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249528" y="4572000"/>
            <a:ext cx="3108960" cy="1188720"/>
          </a:xfrm>
          <a:prstGeom prst="roundRect">
            <a:avLst>
              <a:gd name="adj" fmla="val 7692"/>
            </a:avLst>
          </a:prstGeom>
          <a:solidFill>
            <a:srgbClr val="1F3478"/>
          </a:solidFill>
          <a:ln w="1905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432408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kết demo Pha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432408" y="5166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2 tuần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41368" y="4572000"/>
            <a:ext cx="3108960" cy="1188720"/>
          </a:xfrm>
          <a:prstGeom prst="roundRect">
            <a:avLst>
              <a:gd name="adj" fmla="val 7692"/>
            </a:avLst>
          </a:prstGeom>
          <a:solidFill>
            <a:srgbClr val="1F3478"/>
          </a:solidFill>
          <a:ln w="1905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724248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Nhờ BOD thúc đẩy IT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24248" y="5166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triển khai tuần tới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833208" y="4572000"/>
            <a:ext cx="3108960" cy="1188720"/>
          </a:xfrm>
          <a:prstGeom prst="roundRect">
            <a:avLst>
              <a:gd name="adj" fmla="val 7692"/>
            </a:avLst>
          </a:prstGeom>
          <a:solidFill>
            <a:srgbClr val="1F3478"/>
          </a:solidFill>
          <a:ln w="1905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016088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Phối hợp HR — chị Hương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016088" y="5166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Điền phiếu thông tin trong tuần này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E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Sanh Võ  •  sanh.vlt@matkinh.com.vn  •  Phòng Dự án Sản phẩm — Mắt Việt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0" y="653796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Mắt Việt HR  •  Tháng 4/2026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972</Words>
  <Application>Microsoft Office PowerPoint</Application>
  <PresentationFormat>Widescreen</PresentationFormat>
  <Paragraphs>186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Mắt Việt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Mắt Việt HR — Cập nhật Ban Giám đốc</dc:title>
  <dc:subject>Báo cáo tiến độ phần mềm tuyển dụng nội bộ</dc:subject>
  <dc:creator>Sanh Võ</dc:creator>
  <cp:lastModifiedBy>Võ Lê Thiện Sanh(MKT)</cp:lastModifiedBy>
  <cp:revision>2</cp:revision>
  <dcterms:created xsi:type="dcterms:W3CDTF">2026-04-29T09:57:32Z</dcterms:created>
  <dcterms:modified xsi:type="dcterms:W3CDTF">2026-04-29T14:03:40Z</dcterms:modified>
</cp:coreProperties>
</file>